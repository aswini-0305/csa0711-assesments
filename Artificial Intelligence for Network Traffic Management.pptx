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1"/>
  </p:notesMasterIdLst>
  <p:sldIdLst>
    <p:sldId id="264" r:id="rId5"/>
    <p:sldId id="313" r:id="rId6"/>
    <p:sldId id="314" r:id="rId7"/>
    <p:sldId id="315" r:id="rId8"/>
    <p:sldId id="316" r:id="rId9"/>
    <p:sldId id="31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ini aswini" userId="1f6ce57f3650a315" providerId="LiveId" clId="{4F9708ED-813D-49BB-90DE-CFFC609D1CDB}"/>
    <pc:docChg chg="custSel addSld delSld modSld">
      <pc:chgData name="aswini aswini" userId="1f6ce57f3650a315" providerId="LiveId" clId="{4F9708ED-813D-49BB-90DE-CFFC609D1CDB}" dt="2026-07-23T02:40:11.113" v="61" actId="20577"/>
      <pc:docMkLst>
        <pc:docMk/>
      </pc:docMkLst>
      <pc:sldChg chg="modSp mod">
        <pc:chgData name="aswini aswini" userId="1f6ce57f3650a315" providerId="LiveId" clId="{4F9708ED-813D-49BB-90DE-CFFC609D1CDB}" dt="2026-07-23T02:33:30.534" v="37" actId="14100"/>
        <pc:sldMkLst>
          <pc:docMk/>
          <pc:sldMk cId="42028081" sldId="264"/>
        </pc:sldMkLst>
        <pc:spChg chg="mod">
          <ac:chgData name="aswini aswini" userId="1f6ce57f3650a315" providerId="LiveId" clId="{4F9708ED-813D-49BB-90DE-CFFC609D1CDB}" dt="2026-07-23T02:33:30.534" v="37" actId="14100"/>
          <ac:spMkLst>
            <pc:docMk/>
            <pc:sldMk cId="42028081" sldId="264"/>
            <ac:spMk id="3" creationId="{C8722DDC-8EEE-4A06-8DFE-B44871EAA2CF}"/>
          </ac:spMkLst>
        </pc:spChg>
        <pc:picChg chg="mod">
          <ac:chgData name="aswini aswini" userId="1f6ce57f3650a315" providerId="LiveId" clId="{4F9708ED-813D-49BB-90DE-CFFC609D1CDB}" dt="2026-07-23T02:33:23.302" v="36" actId="1076"/>
          <ac:picMkLst>
            <pc:docMk/>
            <pc:sldMk cId="42028081" sldId="264"/>
            <ac:picMk id="8" creationId="{46768272-0F6A-4E58-A45C-F10D015D8952}"/>
          </ac:picMkLst>
        </pc:picChg>
      </pc:sldChg>
      <pc:sldChg chg="modSp mod">
        <pc:chgData name="aswini aswini" userId="1f6ce57f3650a315" providerId="LiveId" clId="{4F9708ED-813D-49BB-90DE-CFFC609D1CDB}" dt="2026-07-23T02:36:45.350" v="46" actId="27636"/>
        <pc:sldMkLst>
          <pc:docMk/>
          <pc:sldMk cId="2659195663" sldId="314"/>
        </pc:sldMkLst>
        <pc:spChg chg="mod">
          <ac:chgData name="aswini aswini" userId="1f6ce57f3650a315" providerId="LiveId" clId="{4F9708ED-813D-49BB-90DE-CFFC609D1CDB}" dt="2026-07-23T02:36:45.350" v="46" actId="27636"/>
          <ac:spMkLst>
            <pc:docMk/>
            <pc:sldMk cId="2659195663" sldId="314"/>
            <ac:spMk id="3" creationId="{3F5E23CE-C405-9CE2-C1D1-7523BE431C37}"/>
          </ac:spMkLst>
        </pc:spChg>
      </pc:sldChg>
      <pc:sldChg chg="modSp mod">
        <pc:chgData name="aswini aswini" userId="1f6ce57f3650a315" providerId="LiveId" clId="{4F9708ED-813D-49BB-90DE-CFFC609D1CDB}" dt="2026-07-23T02:37:53.267" v="52" actId="27636"/>
        <pc:sldMkLst>
          <pc:docMk/>
          <pc:sldMk cId="221207317" sldId="315"/>
        </pc:sldMkLst>
        <pc:spChg chg="mod">
          <ac:chgData name="aswini aswini" userId="1f6ce57f3650a315" providerId="LiveId" clId="{4F9708ED-813D-49BB-90DE-CFFC609D1CDB}" dt="2026-07-23T02:37:53.267" v="52" actId="27636"/>
          <ac:spMkLst>
            <pc:docMk/>
            <pc:sldMk cId="221207317" sldId="315"/>
            <ac:spMk id="3" creationId="{A5197F14-EAA7-8566-F850-1EED6EC23C00}"/>
          </ac:spMkLst>
        </pc:spChg>
      </pc:sldChg>
      <pc:sldChg chg="modSp mod">
        <pc:chgData name="aswini aswini" userId="1f6ce57f3650a315" providerId="LiveId" clId="{4F9708ED-813D-49BB-90DE-CFFC609D1CDB}" dt="2026-07-23T02:40:11.113" v="61" actId="20577"/>
        <pc:sldMkLst>
          <pc:docMk/>
          <pc:sldMk cId="2597112785" sldId="316"/>
        </pc:sldMkLst>
        <pc:spChg chg="mod">
          <ac:chgData name="aswini aswini" userId="1f6ce57f3650a315" providerId="LiveId" clId="{4F9708ED-813D-49BB-90DE-CFFC609D1CDB}" dt="2026-07-23T02:40:11.113" v="61" actId="20577"/>
          <ac:spMkLst>
            <pc:docMk/>
            <pc:sldMk cId="2597112785" sldId="316"/>
            <ac:spMk id="3" creationId="{A99F2A17-3907-B7E6-78DD-224E8BA1C8BC}"/>
          </ac:spMkLst>
        </pc:spChg>
      </pc:sldChg>
      <pc:sldChg chg="new del">
        <pc:chgData name="aswini aswini" userId="1f6ce57f3650a315" providerId="LiveId" clId="{4F9708ED-813D-49BB-90DE-CFFC609D1CDB}" dt="2026-07-23T02:34:12.531" v="39" actId="2696"/>
        <pc:sldMkLst>
          <pc:docMk/>
          <pc:sldMk cId="2700276671" sldId="317"/>
        </pc:sldMkLst>
      </pc:sldChg>
      <pc:sldChg chg="addSp new mod">
        <pc:chgData name="aswini aswini" userId="1f6ce57f3650a315" providerId="LiveId" clId="{4F9708ED-813D-49BB-90DE-CFFC609D1CDB}" dt="2026-07-23T02:34:56.167" v="42"/>
        <pc:sldMkLst>
          <pc:docMk/>
          <pc:sldMk cId="3136902860" sldId="317"/>
        </pc:sldMkLst>
        <pc:picChg chg="add">
          <ac:chgData name="aswini aswini" userId="1f6ce57f3650a315" providerId="LiveId" clId="{4F9708ED-813D-49BB-90DE-CFFC609D1CDB}" dt="2026-07-23T02:34:56.167" v="42"/>
          <ac:picMkLst>
            <pc:docMk/>
            <pc:sldMk cId="3136902860" sldId="317"/>
            <ac:picMk id="2" creationId="{F2BBBE11-1B8D-5DA9-8913-E549F97FB3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6DBDFE-DD3D-4291-A404-1B97A83A6EA8}" type="datetimeFigureOut">
              <a:rPr lang="en-US" smtClean="0"/>
              <a:t>7/23/2026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456DE3-4E01-4AFD-AD42-42312842ED8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2961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EA074-24A7-4657-AE02-A51F68EA6AA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98700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9103" y="2244830"/>
            <a:ext cx="8933796" cy="2437232"/>
          </a:xfrm>
        </p:spPr>
        <p:txBody>
          <a:bodyPr tIns="45720" bIns="4572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/>
          <a:lstStyle>
            <a:lvl1pPr algn="ctr">
              <a:defRPr sz="1300" spc="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EA0C0817-A112-4847-8014-A94B7D2A4EA3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4701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2B432-ACDA-4023-A761-2BAB76577B62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5881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9156" y="2275165"/>
            <a:ext cx="8933688" cy="2406895"/>
          </a:xfrm>
        </p:spPr>
        <p:txBody>
          <a:bodyPr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</a:lstStyle>
          <a:p>
            <a:fld id="{D9C646AA-F36E-4540-911D-FFFC0A0EF24A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97321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186D26-FA5F-4637-B602-B7C2DC34CFD4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5825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7F15D8-96D1-4781-BC50-CA8A088B2FE4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7325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96C99-B8F8-4528-BD05-0E16E943DC09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3587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36942-C211-4B28-8DBD-C953E00AF71B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327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/>
          <a:lstStyle>
            <a:lvl1pPr>
              <a:defRPr sz="19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58200" y="2336800"/>
            <a:ext cx="3161963" cy="36068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E8D12A6-918A-48BD-8CB9-CA713993B0EA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216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E778CE86-875F-4587-BCF6-FA054AFC0D53}" type="datetime1">
              <a:rPr lang="en-US" smtClean="0"/>
              <a:pPr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/>
          <a:lstStyle/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7250" y="603504"/>
            <a:ext cx="3144774" cy="1645920"/>
          </a:xfr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7250" y="2386584"/>
            <a:ext cx="3144774" cy="3511296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99103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Rectangle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F6FA2B21-3FCD-4721-B95C-427943F61125}" type="datetime1">
              <a:rPr lang="en-US" smtClean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4B7E4EF-A1BD-40F4-AB7B-04F084DD991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090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flower illustrations">
            <a:extLst>
              <a:ext uri="{FF2B5EF4-FFF2-40B4-BE49-F238E27FC236}">
                <a16:creationId xmlns:a16="http://schemas.microsoft.com/office/drawing/2014/main" id="{46768272-0F6A-4E58-A45C-F10D015D895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7295"/>
            <a:ext cx="12191980" cy="6858000"/>
          </a:xfrm>
          <a:prstGeom prst="rect">
            <a:avLst/>
          </a:prstGeom>
        </p:spPr>
      </p:pic>
      <p:sp useBgFill="1">
        <p:nvSpPr>
          <p:cNvPr id="73" name="Rectangle 72">
            <a:extLst>
              <a:ext uri="{FF2B5EF4-FFF2-40B4-BE49-F238E27FC236}">
                <a16:creationId xmlns:a16="http://schemas.microsoft.com/office/drawing/2014/main" id="{BF9FFE17-DE95-4821-ACC1-B90C954492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03CF76AF-FF72-4430-A772-058403290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131" y="1720645"/>
            <a:ext cx="8792717" cy="3578942"/>
          </a:xfrm>
        </p:spPr>
        <p:txBody>
          <a:bodyPr>
            <a:normAutofit/>
          </a:bodyPr>
          <a:lstStyle/>
          <a:p>
            <a:r>
              <a:rPr lang="en-US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for Network Traffic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71132" y="4619815"/>
            <a:ext cx="8649738" cy="823657"/>
          </a:xfrm>
        </p:spPr>
        <p:txBody>
          <a:bodyPr>
            <a:noAutofit/>
          </a:bodyPr>
          <a:lstStyle/>
          <a:p>
            <a:pPr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 S Aswini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no:192511077</a:t>
            </a:r>
          </a:p>
          <a:p>
            <a:pPr>
              <a:lnSpc>
                <a:spcPct val="100000"/>
              </a:lnSpc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B1C8180-2FDD-4202-8C45-4057CB1AB2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D6E86CC6-13EA-4A88-86AD-CF27BF52C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3F80B441-4F7D-4B40-8A13-FED03A1F3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941820" y="1267730"/>
            <a:ext cx="0" cy="64008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70C7FD1A-44B1-4E4C-B0C9-A8103DCCDC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250180" y="1913025"/>
            <a:ext cx="1691640" cy="0"/>
          </a:xfrm>
          <a:prstGeom prst="line">
            <a:avLst/>
          </a:prstGeom>
          <a:solidFill>
            <a:schemeClr val="tx1">
              <a:lumMod val="85000"/>
              <a:lumOff val="15000"/>
            </a:schemeClr>
          </a:solidFill>
          <a:ln>
            <a:solidFill>
              <a:srgbClr val="FFFFFF"/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0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F48D0-C54A-D9E5-6C07-D2BB9ABCC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7D6B07-6105-568B-E361-B2A751904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(AI) enables computers to perform intelligent tasks such as learning, decision-making, and problem-solving.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helps monitor and manage network traffic in real time.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analyzes traffic patterns to predict and prevent network congestion.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automatically selects the best route for data transmission.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network speed, reliability, and bandwidth utilization.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detects network faults and security threats quickly. 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supports modern technologies such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5G, Cloud Computing, and IoT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00014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EAC02-9A0B-D8EA-BA55-FD67D5D9F1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AI in Network Traffic Management?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E23CE-C405-9CE2-C1D1-7523BE431C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3" y="1827816"/>
            <a:ext cx="10240297" cy="4199357"/>
          </a:xfrm>
        </p:spPr>
        <p:txBody>
          <a:bodyPr>
            <a:normAutofit fontScale="47500" lnSpcReduction="20000"/>
          </a:bodyPr>
          <a:lstStyle/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in Network Traffic Management refers to the use of machine learning and intelligent algorithms to monitor, analyze, and optimize network traffic automatically.</a:t>
            </a:r>
          </a:p>
          <a:p>
            <a:r>
              <a:rPr lang="en-US" sz="5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Functions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traffic monitoring 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Congestion prediction 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 traffic routing 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Bandwidth optimization </a:t>
            </a:r>
          </a:p>
          <a:p>
            <a:r>
              <a:rPr 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Fault detection and recovery</a:t>
            </a:r>
            <a:r>
              <a:rPr lang="en-US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91956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410492-1622-DBBA-BEDB-5DA7BE415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97F14-EAA7-8566-F850-1EED6EC23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7587" y="1781057"/>
            <a:ext cx="10397613" cy="4434349"/>
          </a:xfrm>
        </p:spPr>
        <p:txBody>
          <a:bodyPr>
            <a:normAutofit fontScale="62500" lnSpcReduction="20000"/>
          </a:bodyPr>
          <a:lstStyle/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Applications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5G Networks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Optimizes network performance and reduces latency. 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Computing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Balances traffic among cloud servers. 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of Things (IoT)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Manages communication between connected devices. 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Centers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Optimizes server workloads and bandwidth usage. 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Cities</a:t>
            </a:r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Supports intelligent transportation and communication systems.</a:t>
            </a:r>
          </a:p>
          <a:p>
            <a:r>
              <a:rPr lang="en-US" sz="2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network efficiency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abnormal traffic quickly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operational costs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cybersecurity </a:t>
            </a:r>
          </a:p>
          <a:p>
            <a:r>
              <a:rPr lang="en-US" sz="2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self-healing networks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073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14775-A710-1B17-C735-B6FEBB7E2E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9F2A17-3907-B7E6-78DD-224E8BA1C8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568" y="1740310"/>
            <a:ext cx="10220632" cy="42124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implementation cost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data requirements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Privacy and security concerns 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AI models </a:t>
            </a:r>
          </a:p>
          <a:p>
            <a:pPr marL="0" indent="0">
              <a:buNone/>
            </a:pP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   Conclusion</a:t>
            </a: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is revolutionizing network traffic management by making networks faster, smarter, and more secure. As AI technologies continue to evolve, they will play a vital role in supporting future communication systems such as 5G, IoT, and cloud networks.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7112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hank you symbol Images - Free Download on Magnific ...">
            <a:extLst>
              <a:ext uri="{FF2B5EF4-FFF2-40B4-BE49-F238E27FC236}">
                <a16:creationId xmlns:a16="http://schemas.microsoft.com/office/drawing/2014/main" id="{F2BBBE11-1B8D-5DA9-8913-E549F97FB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4675" y="1321670"/>
            <a:ext cx="596265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9028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Savon">
      <a:majorFont>
        <a:latin typeface="Avenir Next LT Pro Light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venir Next LT Pro" panose="02020404030301010803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VTI" id="{A72E8C35-66DD-49F8-AF66-813F19B983AE}" vid="{93CCBC76-B7A1-4C3D-93EA-5CE34C4670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ustom 46">
    <a:dk1>
      <a:sysClr val="windowText" lastClr="000000"/>
    </a:dk1>
    <a:lt1>
      <a:sysClr val="window" lastClr="FFFFFF"/>
    </a:lt1>
    <a:dk2>
      <a:srgbClr val="121316"/>
    </a:dk2>
    <a:lt2>
      <a:srgbClr val="FEFCF7"/>
    </a:lt2>
    <a:accent1>
      <a:srgbClr val="8394A4"/>
    </a:accent1>
    <a:accent2>
      <a:srgbClr val="65739F"/>
    </a:accent2>
    <a:accent3>
      <a:srgbClr val="B2AC8A"/>
    </a:accent3>
    <a:accent4>
      <a:srgbClr val="879BB3"/>
    </a:accent4>
    <a:accent5>
      <a:srgbClr val="D7B579"/>
    </a:accent5>
    <a:accent6>
      <a:srgbClr val="8A9B89"/>
    </a:accent6>
    <a:hlink>
      <a:srgbClr val="85C4D2"/>
    </a:hlink>
    <a:folHlink>
      <a:srgbClr val="8E8CA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46BCBFB-BBC7-42F1-95CD-058E172363A0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1259D436-C82E-43E0-8A01-53DF9CED603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F91CDEB-92ED-41DC-BF33-2916A76876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{169A8AD7-4E0D-4075-9161-DCA920BA67A6}TF522ea272-7fed-4917-a421-5e6ae99a6bbed5eddc9a_win32-854160eadf3d</Template>
  <TotalTime>33</TotalTime>
  <Words>293</Words>
  <Application>Microsoft Office PowerPoint</Application>
  <PresentationFormat>Widescreen</PresentationFormat>
  <Paragraphs>41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Avenir Next LT Pro</vt:lpstr>
      <vt:lpstr>Avenir Next LT Pro Light</vt:lpstr>
      <vt:lpstr>Calibri</vt:lpstr>
      <vt:lpstr>Garamond</vt:lpstr>
      <vt:lpstr>Times New Roman</vt:lpstr>
      <vt:lpstr>SavonVTI</vt:lpstr>
      <vt:lpstr>Artificial Intelligence for Network Traffic Management</vt:lpstr>
      <vt:lpstr>Introduction:</vt:lpstr>
      <vt:lpstr>What is AI in Network Traffic Management?</vt:lpstr>
      <vt:lpstr>Applications and Advantages</vt:lpstr>
      <vt:lpstr>Challenges and 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aswini aswini</dc:creator>
  <cp:lastModifiedBy>aswini aswini</cp:lastModifiedBy>
  <cp:revision>1</cp:revision>
  <dcterms:created xsi:type="dcterms:W3CDTF">2026-07-22T14:11:14Z</dcterms:created>
  <dcterms:modified xsi:type="dcterms:W3CDTF">2026-07-23T02:40:14Z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